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Apresentacao_Gerada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Gerado pelo Jarvis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Futuro da Automação por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Como a inteligência artificial está redefinindo o trabalho e a sociedade</a:t>
            </a:r>
          </a:p>
          <a:p>
            <a:r>
              <a:t>- Da automação de tarefas simples à autonomia cognitiva completa</a:t>
            </a:r>
          </a:p>
          <a:p>
            <a:r>
              <a:t>- Uma visão estratégica sobre a próxima fronteira tecnológica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Revolução da Hiperautomação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Integração de IA, RPA (Robotic Process Automation) e Machine Learning</a:t>
            </a:r>
          </a:p>
          <a:p>
            <a:r>
              <a:t>- Automação de ponta a ponta de processos corporativos complexos</a:t>
            </a:r>
          </a:p>
          <a:p>
            <a:r>
              <a:t>- Sistemas que se autoajustam e aprendem continuamente com o uso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Tomada de Decisão Autônoma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Algoritmos que analisam dados em tempo real e tomam decisões estratégicas</a:t>
            </a:r>
          </a:p>
          <a:p>
            <a:r>
              <a:t>- Modelos preditivos antecipando crises, demandas e tendências de mercado</a:t>
            </a:r>
          </a:p>
          <a:p>
            <a:r>
              <a:t>- Redução drástica do erro humano em operações críticas e finanças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Generativa e o Trabalho Cognitivo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Automação na criação de conteúdo, design, marketing e programação</a:t>
            </a:r>
          </a:p>
          <a:p>
            <a:r>
              <a:t>- Copilotos de IA aumentando a produtividade em até 40%</a:t>
            </a:r>
          </a:p>
          <a:p>
            <a:r>
              <a:t>- Democratização do desenvolvimento de software através de linguagem natural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Era da Colaboração Humano-IA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Transição do conceito de substituição para o de co-existência</a:t>
            </a:r>
          </a:p>
          <a:p>
            <a:r>
              <a:t>- Humanos focados em estratégia, empatia, liderança e criatividade</a:t>
            </a:r>
          </a:p>
          <a:p>
            <a:r>
              <a:t>- IA encarregada do processamento massivo de dados e tarefas repetitivas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no Mercado de Trabalho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Surgimento de novas profissões focadas em IA e curadoria de dados</a:t>
            </a:r>
          </a:p>
          <a:p>
            <a:r>
              <a:t>- Necessidade urgente de requalificação profissional em larga escala (Reskilling)</a:t>
            </a:r>
          </a:p>
          <a:p>
            <a:r>
              <a:t>- Flexibilização e descentralização do trabalho impulsionadas pela tecnologia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Desafios, Ética e Governança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Mitigação de vieses algorítmicos para garantir decisões justas</a:t>
            </a:r>
          </a:p>
          <a:p>
            <a:r>
              <a:t>- Segurança de dados e privacidade em um mundo hiperconectado</a:t>
            </a:r>
          </a:p>
          <a:p>
            <a:r>
              <a:t>- Criação de regulamentações globais para o uso responsável da 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Conclusão: O Amanhã Automatizado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Uma economia global mais ágil, eficiente e personalizada</a:t>
            </a:r>
          </a:p>
          <a:p>
            <a:r>
              <a:t>- A tecnologia como amplificadora, e não limitadora, do potencial humano</a:t>
            </a:r>
          </a:p>
          <a:p>
            <a:r>
              <a:t>- O futuro pertence às organizações que souberem integrar IA e humanidade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